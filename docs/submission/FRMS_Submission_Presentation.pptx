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409e53d51a4b94" /><Relationship Type="http://schemas.openxmlformats.org/officeDocument/2006/relationships/extended-properties" Target="/docProps/app.xml" Id="Rdd6c994d3adf4c4e" /><Relationship Type="http://schemas.openxmlformats.org/officeDocument/2006/relationships/officeDocument" Target="/ppt/presentation.xml" Id="R05af8d8bcb7c49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8f76d114604928"/>
  </p:sldMasterIdLst>
  <p:notesMasterIdLst>
    <p:notesMasterId xmlns:r="http://schemas.openxmlformats.org/officeDocument/2006/relationships" r:id="R60c632f2c3fc4620"/>
  </p:notesMasterIdLst>
  <p:sldIdLst>
    <p:sldId xmlns:r="http://schemas.openxmlformats.org/officeDocument/2006/relationships" id="256" r:id="R1e87a51a7fcd41a0"/>
    <p:sldId xmlns:r="http://schemas.openxmlformats.org/officeDocument/2006/relationships" id="257" r:id="Rc30a7101dd6940fe"/>
    <p:sldId xmlns:r="http://schemas.openxmlformats.org/officeDocument/2006/relationships" id="258" r:id="Rd32b6ce7f5cc4435"/>
    <p:sldId xmlns:r="http://schemas.openxmlformats.org/officeDocument/2006/relationships" id="259" r:id="Rdf781edbf30b4a3d"/>
    <p:sldId xmlns:r="http://schemas.openxmlformats.org/officeDocument/2006/relationships" id="260" r:id="R0b06af6390f3483d"/>
    <p:sldId xmlns:r="http://schemas.openxmlformats.org/officeDocument/2006/relationships" id="261" r:id="R7efb029b7deb48e0"/>
    <p:sldId xmlns:r="http://schemas.openxmlformats.org/officeDocument/2006/relationships" id="262" r:id="R7cb5e068d19e45fe"/>
    <p:sldId xmlns:r="http://schemas.openxmlformats.org/officeDocument/2006/relationships" id="263" r:id="R339edaaf83a343fc"/>
    <p:sldId xmlns:r="http://schemas.openxmlformats.org/officeDocument/2006/relationships" id="264" r:id="Rfa7c406474b14d4d"/>
    <p:sldId xmlns:r="http://schemas.openxmlformats.org/officeDocument/2006/relationships" id="265" r:id="Rd4d9c638671b4d27"/>
    <p:sldId xmlns:r="http://schemas.openxmlformats.org/officeDocument/2006/relationships" id="266" r:id="R955206aea3504c65"/>
    <p:sldId xmlns:r="http://schemas.openxmlformats.org/officeDocument/2006/relationships" id="267" r:id="Rff1d3330bec94e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f76d114604928" /><Relationship Type="http://schemas.openxmlformats.org/officeDocument/2006/relationships/theme" Target="/ppt/theme/theme1.xml" Id="R81088a87c52347df" /><Relationship Type="http://schemas.openxmlformats.org/officeDocument/2006/relationships/notesMaster" Target="/ppt/notesMasters/notesMaster1.xml" Id="R60c632f2c3fc4620" /><Relationship Type="http://schemas.openxmlformats.org/officeDocument/2006/relationships/presProps" Target="/ppt/presProps.xml" Id="Rdc23d691f72441e9" /><Relationship Type="http://schemas.openxmlformats.org/officeDocument/2006/relationships/viewProps" Target="/ppt/viewProps.xml" Id="Rfd060dc0bbae49f3" /><Relationship Type="http://schemas.openxmlformats.org/officeDocument/2006/relationships/tableStyles" Target="/ppt/tableStyles.xml" Id="R2ed9e07e7508494f" /><Relationship Type="http://schemas.openxmlformats.org/officeDocument/2006/relationships/slide" Target="/ppt/slides/slide1.xml" Id="R1e87a51a7fcd41a0" /><Relationship Type="http://schemas.openxmlformats.org/officeDocument/2006/relationships/slide" Target="/ppt/slides/slide2.xml" Id="Rc30a7101dd6940fe" /><Relationship Type="http://schemas.openxmlformats.org/officeDocument/2006/relationships/slide" Target="/ppt/slides/slide3.xml" Id="Rd32b6ce7f5cc4435" /><Relationship Type="http://schemas.openxmlformats.org/officeDocument/2006/relationships/slide" Target="/ppt/slides/slide4.xml" Id="Rdf781edbf30b4a3d" /><Relationship Type="http://schemas.openxmlformats.org/officeDocument/2006/relationships/slide" Target="/ppt/slides/slide5.xml" Id="R0b06af6390f3483d" /><Relationship Type="http://schemas.openxmlformats.org/officeDocument/2006/relationships/slide" Target="/ppt/slides/slide6.xml" Id="R7efb029b7deb48e0" /><Relationship Type="http://schemas.openxmlformats.org/officeDocument/2006/relationships/slide" Target="/ppt/slides/slide7.xml" Id="R7cb5e068d19e45fe" /><Relationship Type="http://schemas.openxmlformats.org/officeDocument/2006/relationships/slide" Target="/ppt/slides/slide8.xml" Id="R339edaaf83a343fc" /><Relationship Type="http://schemas.openxmlformats.org/officeDocument/2006/relationships/slide" Target="/ppt/slides/slide9.xml" Id="Rfa7c406474b14d4d" /><Relationship Type="http://schemas.openxmlformats.org/officeDocument/2006/relationships/slide" Target="/ppt/slides/slide10.xml" Id="Rd4d9c638671b4d27" /><Relationship Type="http://schemas.openxmlformats.org/officeDocument/2006/relationships/slide" Target="/ppt/slides/slide11.xml" Id="R955206aea3504c65" /><Relationship Type="http://schemas.openxmlformats.org/officeDocument/2006/relationships/slide" Target="/ppt/slides/slide12.xml" Id="Rff1d3330bec94e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ad6ccf0526f46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686dfffcb54c2a" /><Relationship Type="http://schemas.openxmlformats.org/officeDocument/2006/relationships/notesMaster" Target="/ppt/notesMasters/notesMaster1.xml" Id="Rd02ff00cf6b849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88632946a942ad" /><Relationship Type="http://schemas.openxmlformats.org/officeDocument/2006/relationships/notesMaster" Target="/ppt/notesMasters/notesMaster1.xml" Id="Re34b6dd3f4e941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45f0df95bf4b5c" /><Relationship Type="http://schemas.openxmlformats.org/officeDocument/2006/relationships/notesMaster" Target="/ppt/notesMasters/notesMaster1.xml" Id="R45affe1c58df4f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b9f07536604521" /><Relationship Type="http://schemas.openxmlformats.org/officeDocument/2006/relationships/notesMaster" Target="/ppt/notesMasters/notesMaster1.xml" Id="R59e98874b7a845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95717537534a83" /><Relationship Type="http://schemas.openxmlformats.org/officeDocument/2006/relationships/notesMaster" Target="/ppt/notesMasters/notesMaster1.xml" Id="R9dd3afe189084b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8601f90dd74518" /><Relationship Type="http://schemas.openxmlformats.org/officeDocument/2006/relationships/notesMaster" Target="/ppt/notesMasters/notesMaster1.xml" Id="Rbbf44c7f0b6346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f61f13ff04220" /><Relationship Type="http://schemas.openxmlformats.org/officeDocument/2006/relationships/notesMaster" Target="/ppt/notesMasters/notesMaster1.xml" Id="R6340edfdfc5c49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d0f061ccce45ae" /><Relationship Type="http://schemas.openxmlformats.org/officeDocument/2006/relationships/notesMaster" Target="/ppt/notesMasters/notesMaster1.xml" Id="Rd58a435712bb4e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cf2fa9d5c54841" /><Relationship Type="http://schemas.openxmlformats.org/officeDocument/2006/relationships/notesMaster" Target="/ppt/notesMasters/notesMaster1.xml" Id="Ra86aa56c9c3040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4f6ade9c6241b7" /><Relationship Type="http://schemas.openxmlformats.org/officeDocument/2006/relationships/notesMaster" Target="/ppt/notesMasters/notesMaster1.xml" Id="R2d85f505acc841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da88e0a40c4111" /><Relationship Type="http://schemas.openxmlformats.org/officeDocument/2006/relationships/notesMaster" Target="/ppt/notesMasters/notesMaster1.xml" Id="R4ca8eec1f1d74b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2b885ba8bb40dd" /><Relationship Type="http://schemas.openxmlformats.org/officeDocument/2006/relationships/notesMaster" Target="/ppt/notesMasters/notesMaster1.xml" Id="Ra76822bffe0441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46eb087a4f1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9c08a4fafe0462d" /><Relationship Type="http://schemas.openxmlformats.org/officeDocument/2006/relationships/slideLayout" Target="/ppt/slideLayouts/slideLayout2.xml" Id="Rc31df03ad13c41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1df03ad13c41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e769b039ab427a" /><Relationship Type="http://schemas.openxmlformats.org/officeDocument/2006/relationships/notesSlide" Target="/ppt/notesSlides/notesSlide1.xml" Id="Rc5a83eb000f340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21015963f4e14" /><Relationship Type="http://schemas.openxmlformats.org/officeDocument/2006/relationships/notesSlide" Target="/ppt/notesSlides/notesSlide2.xml" Id="R73ee5e882dac43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1dd30f3d9f4d5c" /><Relationship Type="http://schemas.openxmlformats.org/officeDocument/2006/relationships/notesSlide" Target="/ppt/notesSlides/notesSlide3.xml" Id="R8e704ce30beb44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69778e0244151" /><Relationship Type="http://schemas.openxmlformats.org/officeDocument/2006/relationships/notesSlide" Target="/ppt/notesSlides/notesSlide4.xml" Id="R6db7d29a12fc44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20a18851aa49b4" /><Relationship Type="http://schemas.openxmlformats.org/officeDocument/2006/relationships/notesSlide" Target="/ppt/notesSlides/notesSlide5.xml" Id="R6cb9be708c7845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8be971ee9a4e66" /><Relationship Type="http://schemas.openxmlformats.org/officeDocument/2006/relationships/notesSlide" Target="/ppt/notesSlides/notesSlide6.xml" Id="R0b18e899ccf74c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914b52c77a4114" /><Relationship Type="http://schemas.openxmlformats.org/officeDocument/2006/relationships/notesSlide" Target="/ppt/notesSlides/notesSlide7.xml" Id="R07506e1d8db145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ad1667bb7447ba" /><Relationship Type="http://schemas.openxmlformats.org/officeDocument/2006/relationships/notesSlide" Target="/ppt/notesSlides/notesSlide8.xml" Id="R56d938ba57a84c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34b40d4ad643d7" /><Relationship Type="http://schemas.openxmlformats.org/officeDocument/2006/relationships/notesSlide" Target="/ppt/notesSlides/notesSlide9.xml" Id="R889e062e8c5a41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b09699849e4bf3" /><Relationship Type="http://schemas.openxmlformats.org/officeDocument/2006/relationships/notesSlide" Target="/ppt/notesSlides/notesSlide10.xml" Id="R2ee19bb9a7a149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b4c5bbf2a948aa" /><Relationship Type="http://schemas.openxmlformats.org/officeDocument/2006/relationships/notesSlide" Target="/ppt/notesSlides/notesSlide11.xml" Id="R747f68808a874d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113a4e8cc2432f" /><Relationship Type="http://schemas.openxmlformats.org/officeDocument/2006/relationships/notesSlide" Target="/ppt/notesSlides/notesSlide12.xml" Id="R621d7ae2a10943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875D1-20F8-42BC-9119-262ED39F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793BE-79AB-4515-AB4A-B6CCCC95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3EC2F-F573-4692-8136-FD3D5145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547F1-DA48-4450-B195-29657089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DA708-A0FD-408B-9FCA-2A26E3B2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Faculty Research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0EB90-8AC8-485C-9B32-D0BD1E6C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Final Project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0385D-FB24-42A0-B62A-96B5069E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9E0B3-CDCA-4685-A63D-15CB1553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Centralized research lifecycle management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A70FD-A12F-4088-8A69-4742D175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CAD18-92BD-40D7-A601-53EA399C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College accreditation-ready reporting and 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79EC3-0A1A-446D-9E61-D8285BE7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2DE14-1DB5-42E1-BB30-32BABB7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Secure role-based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861048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F4E07-799F-4D1E-A209-A7CCE895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6D915-6DA9-49E4-A15E-63EA71C4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5188F-AD62-420E-882E-06BF4FC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FEF56-6D19-4095-A6E5-29A971AA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2BE43-DD34-4B86-87BA-F0D4FB66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A27FD-D666-4C0E-89CB-C76BD330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Existing process 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80E13-AE24-4628-8925-2711C6E1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9D699-F93E-4FB8-BE01-FF7D565E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Research records scattered across sheets and emails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EE360-43FC-4155-ABE5-CABA36CC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6C6EE-3B3B-475A-B17F-7EBF81E6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Manual approvals cause delays and low traceability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024C0-DA14-472E-8DB9-D75877BC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FADED-5AEC-4B9C-AF7C-41935E0F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Generating NAAC/NBA/NIRF reports is time-consuming</a:t>
            </a:r>
          </a:p>
        </p:txBody>
      </p:sp>
    </p:spTree>
    <p:extLst>
      <p:ext uri="{BB962C8B-B14F-4D97-AF65-F5344CB8AC3E}">
        <p14:creationId xmlns:p14="http://schemas.microsoft.com/office/powerpoint/2010/main" val="12707780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910BA-3960-454C-A98C-A4363B50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2378F-ECFE-4E00-925E-B0DC0A87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15390-B4DD-4EBA-9CA2-5946DD61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3D929-D787-4BA1-97C0-BF2EFAF0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D7272-3188-48F9-AD12-588E682C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6028E-36D1-41D4-8A82-5CCA980B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Integrated digital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A3BBC-C2F7-4B54-A7B0-A3B5E8E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8182A-A6E7-462B-AE10-9B168A74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Single portal for faculty, HOD, admin, and coordinators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98B39-EB62-4CE7-9B94-03239283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2C7E2-4F12-404F-BE71-0EDDF1D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Automated approval workflow with full status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57A20-C838-4F58-AD0B-9494B7D0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6CB36-2F7E-4FA3-8BE4-13967E95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Built-in reports, dashboards, and AI assistance</a:t>
            </a:r>
          </a:p>
        </p:txBody>
      </p:sp>
    </p:spTree>
    <p:extLst>
      <p:ext uri="{BB962C8B-B14F-4D97-AF65-F5344CB8AC3E}">
        <p14:creationId xmlns:p14="http://schemas.microsoft.com/office/powerpoint/2010/main" val="5226658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562E65-9308-4EAC-AB24-00B7EC91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5549E-4732-4045-8765-C302D0A5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A85DA-D8B0-43CB-AD12-9859A459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AD0D1-6F83-4494-BCDE-F3147EC6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BF015-96E0-4191-8082-17C54910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18614-4803-480B-B9D4-AE33E7FD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Modern web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2E615-5E4F-4511-8C3D-140CA10E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4F09D-97E5-4CBB-96D9-793C015F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Frontend: React + Vite + Tailwind on Vercel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5DBE9-A3CF-43FA-86BA-994883D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BAD64-6359-411B-94F7-3E33CAFE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Backend: Node.js + Express APIs on Render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BBFC8-DD1E-4045-8558-1ED18186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9CA98-CA90-4559-9F4B-61003E26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Database: MongoDB Atlas with Mongoose models</a:t>
            </a:r>
          </a:p>
        </p:txBody>
      </p:sp>
    </p:spTree>
    <p:extLst>
      <p:ext uri="{BB962C8B-B14F-4D97-AF65-F5344CB8AC3E}">
        <p14:creationId xmlns:p14="http://schemas.microsoft.com/office/powerpoint/2010/main" val="15781299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A609BB-BDD9-437F-A0AD-A31F5DAD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EF524-234E-4059-957F-CDA909A7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3259C-F293-4127-91FF-26007244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E7EB5-001C-4DB5-AE30-EF274707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1E847-5B1F-492A-8474-C247CC7A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Core Modules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6438F-AD4C-46CF-BC0C-1B0C0F81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Research data lifecycle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6AD9F-C494-4015-A723-E6575F89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6C23B-6119-438E-9A57-DFA79C7B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Publications, Projects, Patents, Grants,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70609-0E6E-4310-9C51-F7E41D75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3E1C3-1475-4D5C-8D45-D6EB016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Faculty profiles and master data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687BE-765B-4473-96B8-78305FE9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A413E-0956-4276-A848-E18913E2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Notifications and audit logs for governance</a:t>
            </a:r>
          </a:p>
        </p:txBody>
      </p:sp>
    </p:spTree>
    <p:extLst>
      <p:ext uri="{BB962C8B-B14F-4D97-AF65-F5344CB8AC3E}">
        <p14:creationId xmlns:p14="http://schemas.microsoft.com/office/powerpoint/2010/main" val="5683719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6B3E34-42EC-485C-8167-F31B5702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A122A-E8FF-4172-9E67-E1280F1F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4B34D-9781-4B9E-8C9B-9B4EFFD6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650A0-64E9-40CE-B7AA-D8E2CB8B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25C77-7FD8-4ACF-84C9-7295038C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Approval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A36D5-FB3A-4D20-8B88-EAB2CBAC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Two-level review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B48CA-870B-4656-A07E-15AABEC8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56A76-B6F7-4CEF-BC11-CA5D97AB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Faculty submits records with document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6F7DD-685A-4CD7-8103-EF02E5A8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C55AE-5E3F-47D5-A07B-898D420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Reviewer verifies and admin finalizes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362F2-4057-45D0-8D81-746F70D9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D392D-0204-476E-9BE3-6D669FD6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Rejections require reason; all actions auditable</a:t>
            </a:r>
          </a:p>
        </p:txBody>
      </p:sp>
    </p:spTree>
    <p:extLst>
      <p:ext uri="{BB962C8B-B14F-4D97-AF65-F5344CB8AC3E}">
        <p14:creationId xmlns:p14="http://schemas.microsoft.com/office/powerpoint/2010/main" val="1847858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06B23-C161-4F15-B004-CFD0AFD8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B9ADA-BCFB-4B5E-AD81-02E57CAB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D4A97-2246-4B8D-8EFE-550CCFF9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E4907-68D3-4170-AD9C-72DD264B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9629B-4B92-4139-9867-E00CFF41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Reporting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09747-21EE-4BCD-AB1F-96784081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Accreditation and management reporting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3AC53-49CD-4CFF-971E-956F8996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4DD57-B3CB-4CE8-9132-2207B613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Faculty-wise, department-wise, year-wise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28B0D-FE00-4EA1-B62D-6C9E84C2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88900-4FCD-4877-9865-EE96A6AA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NAAC Criterion III and NBA/NIRF report generation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BE954-C0BF-4EE5-AD4F-F83FAEC5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2CFE9-30E0-41CF-8FE1-CEC97D15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PDF and Excel export with downloadable files</a:t>
            </a:r>
          </a:p>
        </p:txBody>
      </p:sp>
    </p:spTree>
    <p:extLst>
      <p:ext uri="{BB962C8B-B14F-4D97-AF65-F5344CB8AC3E}">
        <p14:creationId xmlns:p14="http://schemas.microsoft.com/office/powerpoint/2010/main" val="14426426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A0DEAC-626C-4682-B985-1AE792C9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518B3-BA5E-47BB-BE7B-8938AEDF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57014-7733-404B-AB15-77250470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1289E-37D0-4BBA-B4F6-A8AAB63E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71327-E2E2-42FF-950C-6D62339C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AI Research Intelligence Suite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21063-9768-455A-AD11-3477A126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Productivity and insight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CFDCD-5F8E-43DA-A064-32873418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56F79-309B-478C-A629-41B760FE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Research paper summary from uploaded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91157-A27F-4E9F-BF7D-8631234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A1103-172B-4CEB-A679-CDD5853C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Publication recommendation and semantic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7ABB1-7A1A-4E3D-BC4B-74C66184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19561-9E3A-4EF8-8A3F-E4E32AB0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Citation insights, OCR, proposal and CV assistant</a:t>
            </a:r>
          </a:p>
        </p:txBody>
      </p:sp>
    </p:spTree>
    <p:extLst>
      <p:ext uri="{BB962C8B-B14F-4D97-AF65-F5344CB8AC3E}">
        <p14:creationId xmlns:p14="http://schemas.microsoft.com/office/powerpoint/2010/main" val="15360338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198CE-E44D-4ABB-8680-DCB6B3E9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7B75B-57A6-4347-A5C1-B5EFA8BF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14737-E079-4EBC-BE8F-92F06FB5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4AE42-2315-438B-A274-F3679704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85D32-0287-4AC1-ADFF-B1FF0CA8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Security and Compliance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64F67-F833-4F28-A150-E607866B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Production safeguards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E22B3-CC68-4131-9D56-8242EBCF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B78D0-DF7C-4BB9-9710-921EBA25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JWT authentication and role-based access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BF006-9321-4A0A-A505-E98F7A13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1502C-5DA2-467B-8FBD-2C33F613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bcrypt password hashing and validation middleware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C4405-F482-449C-97AD-E80C181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E6AB5-DC41-40F7-AB91-7CF616CB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Helmet, rate limiting, and audit trail logging</a:t>
            </a:r>
          </a:p>
        </p:txBody>
      </p:sp>
    </p:spTree>
    <p:extLst>
      <p:ext uri="{BB962C8B-B14F-4D97-AF65-F5344CB8AC3E}">
        <p14:creationId xmlns:p14="http://schemas.microsoft.com/office/powerpoint/2010/main" val="5761012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869B99-63FB-426C-8B1D-74A88471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96C95-95E8-4F0F-84FC-4A6EF158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D2C2C-541E-4B38-A258-0E93242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40BB8-F21E-4AAE-A563-F09FC255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50B31-F8DC-4896-9B64-3E80F76D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UI and UX Highlights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E8E1B-81E6-4A68-8A72-501793D1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Usability improvements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52910-E59F-4303-8099-3477ADD9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C53F0-B3A9-4DE5-A3EF-24EC3181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Responsive layout for desktop and mobile screens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854DD-0A2C-4CD5-8F67-74A60B52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3DFA0-A4EC-4619-8EEE-078C1929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Dark mode with persistent user preference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5C274-6CF1-47FE-88FB-0859F415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614CF-620C-4D0D-BA48-DABF5E70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Loading skeletons, improved charts, toast feedback</a:t>
            </a:r>
          </a:p>
        </p:txBody>
      </p:sp>
    </p:spTree>
    <p:extLst>
      <p:ext uri="{BB962C8B-B14F-4D97-AF65-F5344CB8AC3E}">
        <p14:creationId xmlns:p14="http://schemas.microsoft.com/office/powerpoint/2010/main" val="5511715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4738F5-E62A-41DA-B08B-6F9E92DD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9C22E-E44D-42F0-ADD5-594E3F69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5496B-13F2-401F-ACA4-93B31A5E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4FD66-7344-4195-8A4F-20612FEA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416BB-C99E-4BE5-B826-976506AB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Testing and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BA88A-8D2E-47E8-A97C-CD07B651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Quality assurance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39662-ECF7-4682-A0BE-FCA0E316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91F9E-B477-4290-AEF8-2C45A4C0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API smoke checks and role-access verification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661CE-EA95-4DA1-BB92-2A01C6D9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9E5A2-0F95-471C-B7FF-D4D44F5E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Public registration security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1D43F-0F71-47BC-9D8D-1C47A8AA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91D25-1B29-45C0-81C5-D6F15DD8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Frontend production build and deployment verification</a:t>
            </a:r>
          </a:p>
        </p:txBody>
      </p:sp>
    </p:spTree>
    <p:extLst>
      <p:ext uri="{BB962C8B-B14F-4D97-AF65-F5344CB8AC3E}">
        <p14:creationId xmlns:p14="http://schemas.microsoft.com/office/powerpoint/2010/main" val="13021154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0FFAB-36D5-4D43-AA13-B44BA7EA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560BD-2F86-4F98-9A83-ECC6FFAA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F"/>
          </a:solidFill>
          <a:ln xmlns:a="http://schemas.openxmlformats.org/drawingml/2006/main" w="0">
            <a:solidFill>
              <a:srgbClr val="111A2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57DFC-4876-4B93-BB0D-8412B607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F0E3C-2AB3-48C5-B7C9-D3A9FBAE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Submission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654EC-7B52-4E86-8D9A-BFC2B46B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Conclusion and Future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C03D9-6D05-4C31-A480-ECAF7220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Project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8965D-DAC9-4134-8339-AE707CA4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485AC-3857-4EB8-9700-AAB33B5A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FRMS streamlines institutional research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23DAA-C981-4065-BB82-DC936567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DE12D-921E-400E-AC03-24D79C88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Improves transparency, speed, and reporting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6C617-B624-4BDE-99B9-C3EBEA20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41685-9CAB-4B4C-8846-81D00BEA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Future scope: SSO, email automation, advanced BI</a:t>
            </a:r>
          </a:p>
        </p:txBody>
      </p:sp>
    </p:spTree>
    <p:extLst>
      <p:ext uri="{BB962C8B-B14F-4D97-AF65-F5344CB8AC3E}">
        <p14:creationId xmlns:p14="http://schemas.microsoft.com/office/powerpoint/2010/main" val="1990503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2026-05-28T17:10:08.6680000Z</dcterms:created>
  <dcterms:modified xsi:type="dcterms:W3CDTF">2026-05-28T17:10:08.6680000Z</dcterms:modified>
</coreProperties>
</file>